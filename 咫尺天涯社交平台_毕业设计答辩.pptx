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88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微软雅黑"/>
              </a:defRPr>
            </a:pPr>
            <a:r>
              <a:t>咫尺天涯社交平台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5F5F5"/>
                </a:solidFill>
                <a:latin typeface="微软雅黑"/>
              </a:defRPr>
            </a:pPr>
            <a:r>
              <a:t>基于 Python Flask 的多功能社交网络系统设计与实现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931920"/>
            <a:ext cx="4876495" cy="4572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552" y="4297680"/>
            <a:ext cx="1036289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5F5F5"/>
                </a:solidFill>
                <a:latin typeface="微软雅黑"/>
              </a:defRPr>
            </a:pPr>
            <a:r>
              <a:rPr dirty="0" err="1"/>
              <a:t>汇报人</a:t>
            </a:r>
            <a:r>
              <a:rPr dirty="0"/>
              <a:t>：</a:t>
            </a:r>
            <a:r>
              <a:rPr lang="zh-CN" altLang="en-US" dirty="0"/>
              <a:t>赵栋行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36289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5F5F5"/>
                </a:solidFill>
                <a:latin typeface="微软雅黑"/>
              </a:defRPr>
            </a:pPr>
            <a:r>
              <a:rPr dirty="0" err="1"/>
              <a:t>指导老师</a:t>
            </a:r>
            <a:r>
              <a:rPr dirty="0"/>
              <a:t>：</a:t>
            </a:r>
            <a:r>
              <a:rPr lang="zh-CN" altLang="en-US"/>
              <a:t>马金慧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1036289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5F5F5"/>
                </a:solidFill>
                <a:latin typeface="微软雅黑"/>
              </a:defRPr>
            </a:pPr>
            <a:r>
              <a:rPr dirty="0"/>
              <a:t>日期：2026年0</a:t>
            </a:r>
            <a:r>
              <a:rPr lang="en-US" dirty="0"/>
              <a:t>5</a:t>
            </a:r>
            <a:r>
              <a:rPr dirty="0"/>
              <a:t>月0</a:t>
            </a:r>
            <a:r>
              <a:rPr lang="en-US" dirty="0"/>
              <a:t>6</a:t>
            </a:r>
            <a:r>
              <a:rPr dirty="0"/>
              <a:t>日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目  录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1645920"/>
            <a:ext cx="640080" cy="64008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24242"/>
                </a:solidFill>
                <a:latin typeface="微软雅黑"/>
              </a:defRPr>
            </a:pPr>
            <a:r>
              <a:t>项目概述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920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57575"/>
                </a:solidFill>
                <a:latin typeface="微软雅黑"/>
              </a:defRPr>
            </a:pPr>
            <a:r>
              <a:t>背景、目标、技术栈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2834640"/>
            <a:ext cx="640080" cy="64008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743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24242"/>
                </a:solidFill>
                <a:latin typeface="微软雅黑"/>
              </a:defRPr>
            </a:pPr>
            <a:r>
              <a:t>系统架构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3108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57575"/>
                </a:solidFill>
                <a:latin typeface="微软雅黑"/>
              </a:defRPr>
            </a:pPr>
            <a:r>
              <a:t>项目结构、技术选型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4023360"/>
            <a:ext cx="640080" cy="64008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931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24242"/>
                </a:solidFill>
                <a:latin typeface="微软雅黑"/>
              </a:defRPr>
            </a:pPr>
            <a:r>
              <a:t>数据库设计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4297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57575"/>
                </a:solidFill>
                <a:latin typeface="微软雅黑"/>
              </a:defRPr>
            </a:pPr>
            <a:r>
              <a:t>数据模型、关系设计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5212080"/>
            <a:ext cx="640080" cy="64008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5120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24242"/>
                </a:solidFill>
                <a:latin typeface="微软雅黑"/>
              </a:defRPr>
            </a:pPr>
            <a:r>
              <a:t>核心功能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5486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57575"/>
                </a:solidFill>
                <a:latin typeface="微软雅黑"/>
              </a:defRPr>
            </a:pPr>
            <a:r>
              <a:t>用户认证、动态发布、新闻系统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0" y="1645920"/>
            <a:ext cx="640080" cy="64008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24242"/>
                </a:solidFill>
                <a:latin typeface="微软雅黑"/>
              </a:defRPr>
            </a:pPr>
            <a:r>
              <a:t>社交互动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1920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57575"/>
                </a:solidFill>
                <a:latin typeface="微软雅黑"/>
              </a:defRPr>
            </a:pPr>
            <a:r>
              <a:t>点赞、评论、关注系统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0" y="2834640"/>
            <a:ext cx="640080" cy="64008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2743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24242"/>
                </a:solidFill>
                <a:latin typeface="微软雅黑"/>
              </a:defRPr>
            </a:pPr>
            <a:r>
              <a:t>技术亮点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3108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57575"/>
                </a:solidFill>
                <a:latin typeface="微软雅黑"/>
              </a:defRPr>
            </a:pPr>
            <a:r>
              <a:t>操作日志、热度算法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0" y="4023360"/>
            <a:ext cx="640080" cy="64008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931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24242"/>
                </a:solidFill>
                <a:latin typeface="微软雅黑"/>
              </a:defRPr>
            </a:pPr>
            <a:r>
              <a:t>系统演示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297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57575"/>
                </a:solidFill>
                <a:latin typeface="微软雅黑"/>
              </a:defRPr>
            </a:pPr>
            <a:r>
              <a:t>界面展示、功能演示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0" y="5212080"/>
            <a:ext cx="640080" cy="64008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5120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24242"/>
                </a:solidFill>
                <a:latin typeface="微软雅黑"/>
              </a:defRPr>
            </a:pPr>
            <a:r>
              <a:t>总结展望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5486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57575"/>
                </a:solidFill>
                <a:latin typeface="微软雅黑"/>
              </a:defRPr>
            </a:pPr>
            <a:r>
              <a:t>项目总结、未来规划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88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0"/>
            <a:ext cx="12191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E0E0E0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● 项目概述</a:t>
            </a: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项目背景与目标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57575"/>
                </a:solidFill>
                <a:latin typeface="微软雅黑"/>
              </a:defRPr>
            </a:pPr>
            <a:r>
              <a:t>咫尺天涯 - 让距离不再是障碍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数字化时代社交需求日益增长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现有平台功能单一，缺乏综合性解决方案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构建多功能社交平台：动态、视频、新闻、互动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实现用户之间的无缝连接与内容分享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提供完善的内容管理与审核机制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建立真实可信的社交环境</a:t>
            </a: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技术栈选择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00" cy="5486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后端技术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Python 3.12+ 编程语言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Flask Web 框架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SQLAlchemy ORM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SQLite 数据库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Flask-Login 认证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Flask-WTF 表单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8095" y="1371600"/>
            <a:ext cx="5486400" cy="54864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48095" y="1371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前端技术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0975" y="21031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HTML5 + CSS3 + JavaScript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Bootstrap 5 响应式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Font Awesome 图标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jQuery + AJAX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异步交互体验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移动端适配</a:t>
            </a: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88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0"/>
            <a:ext cx="12191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E0E0E0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● 系统架构设计</a:t>
            </a: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项目结构设计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57575"/>
                </a:solidFill>
                <a:latin typeface="微软雅黑"/>
              </a:defRPr>
            </a:pPr>
            <a:r>
              <a:t>清晰的分层架构，便于维护与扩展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app.py - 主应用入口，路由注册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models/ - 数据库模型定义（用户、帖子、新闻等）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routes/ - 路由模块（新闻、删除等）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forms/ - 表单验证与处理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templates/ - HTML 模板（20+ 页面）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static/ - 静态资源（CSS、JS、上传文件）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定时任务 - 每日自动新闻抓取</a:t>
            </a:r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系统架构分层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57575"/>
                </a:solidFill>
                <a:latin typeface="微软雅黑"/>
              </a:defRPr>
            </a:pPr>
            <a:r>
              <a:t>MVC 架构模式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表示层：HTML/CSS/JS + Bootstrap，用户交互界面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业务层：Flask Routes，处理业务逻辑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数据层：SQLAlchemy ORM，数据库操作封装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存储层：SQLite，持久化数据存储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用户认证、内容管理、社交互动、消息推送各司其职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模块化设计，高内聚低耦合</a:t>
            </a:r>
          </a:p>
        </p:txBody>
      </p: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88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0"/>
            <a:ext cx="12191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E0E0E0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● 数据库设计</a:t>
            </a:r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核心数据模型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00" cy="5486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用户与内容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User - 用户信息、认证、关系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Post - 动态帖子（图文视频）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Video - 视频内容管理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News - 新闻资讯（真实数据）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Comment - 评论系统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Message - 私信消息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8095" y="1371600"/>
            <a:ext cx="5486400" cy="54864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48095" y="1371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互动与日志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0975" y="21031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PostLike - 帖子点赞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VideoLike - 视频点赞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NewsLike - 新闻点赞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Follows - 关注关系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NewsOperationLog - 操作日志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ContentHistory - 内容历史</a:t>
            </a:r>
          </a:p>
        </p:txBody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数据库设计亮点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57575"/>
                </a:solidFill>
                <a:latin typeface="微软雅黑"/>
              </a:defRPr>
            </a:pPr>
            <a:r>
              <a:t>规范设计，保障数据完整性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外键约束确保数据关联完整性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唯一约束防止重复数据（用户名、邮箱）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默认值设置提升用户体验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时间戳自动记录创建与更新时间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操作日志表支持审计追溯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索引优化查询性能</a:t>
            </a:r>
          </a:p>
        </p:txBody>
      </p:sp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88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0"/>
            <a:ext cx="12191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E0E0E0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● 核心功能模块</a:t>
            </a:r>
          </a:p>
        </p:txBody>
      </p:sp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用户认证系统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00" cy="5486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安全机制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密码加密存储（Werkzeug）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图形验证码防刷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会话管理（Flask-Login）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记住登录状态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登录状态实时同步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安全退出机制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8095" y="1371600"/>
            <a:ext cx="5486400" cy="54864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48095" y="1371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功能特性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0975" y="21031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用户注册（头像选择/上传）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用户登录（用户名+密码）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个人资料编辑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头像更换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在线状态管理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权限控制（登录后操作）</a:t>
            </a:r>
          </a:p>
        </p:txBody>
      </p:sp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动态发布系统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00" cy="5486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发布功能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图文动态发布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视频动态上传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实时预览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文件大小验证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格式限制检查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自动缩略图生成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8095" y="1371600"/>
            <a:ext cx="5486400" cy="54864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48095" y="1371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管理功能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0975" y="21031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编辑已发布动态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删除违规内容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点赞与取消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评论互动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热度计算排行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内容修改历史</a:t>
            </a:r>
          </a:p>
        </p:txBody>
      </p:sp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新闻系统 - 真实数据抓取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57575"/>
                </a:solidFill>
                <a:latin typeface="微软雅黑"/>
              </a:defRPr>
            </a:pPr>
            <a:r>
              <a:t>集成多个权威新闻源，提供真实资讯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新闻源：新华网、央视新闻、澎湃新闻等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定时任务：每日 08:00 自动抓取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数据去重：避免重复新闻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日历视图：按月浏览新闻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按日期查看：精准定位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关键字搜索：标题+内容+摘要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来源筛选：快速过滤</a:t>
            </a:r>
          </a:p>
        </p:txBody>
      </p:sp>
    </p:spTree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88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0"/>
            <a:ext cx="12191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E0E0E0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● 社交互动系统</a:t>
            </a:r>
          </a:p>
        </p:txBody>
      </p:sp>
    </p:spTree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点赞与评论系统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57575"/>
                </a:solidFill>
                <a:latin typeface="微软雅黑"/>
              </a:defRPr>
            </a:pPr>
            <a:r>
              <a:t>实时互动，增强用户参与感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AJAX 无刷新点赞/取消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实时更新点赞数显示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防止重复点赞（唯一约束）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评论发布与展示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评论数自动统计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操作日志完整记录</a:t>
            </a:r>
          </a:p>
        </p:txBody>
      </p:sp>
    </p:spTree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关注与粉丝系统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57575"/>
                </a:solidFill>
                <a:latin typeface="微软雅黑"/>
              </a:defRPr>
            </a:pPr>
            <a:r>
              <a:t>建立社交关系网络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关注/取消关注功能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关注列表与粉丝列表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关注数与粉丝数统计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动态推送（关注的人的内容）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私信系统（一对一沟通）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在线状态实时显示</a:t>
            </a:r>
          </a:p>
        </p:txBody>
      </p:sp>
    </p:spTree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88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0"/>
            <a:ext cx="12191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E0E0E0"/>
                </a:solidFill>
                <a:latin typeface="微软雅黑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● 技术创新与亮点</a:t>
            </a:r>
          </a:p>
        </p:txBody>
      </p:sp>
    </p:spTree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操作日志系统 - 完整审计追踪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57575"/>
                </a:solidFill>
                <a:latin typeface="微软雅黑"/>
              </a:defRPr>
            </a:pPr>
            <a:r>
              <a:t>每次操作都有记录，数据变更可追溯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记录查看操作：浏览数、时间、IP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记录点赞操作：前后值对比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记录评论操作：评论数变化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记录设备信息：User-Agent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支持安全审计与数据分析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防止数据篡改，确保真实性</a:t>
            </a:r>
          </a:p>
        </p:txBody>
      </p:sp>
    </p:spTree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热度排行算法 - 智能排序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57575"/>
                </a:solidFill>
                <a:latin typeface="微软雅黑"/>
              </a:defRPr>
            </a:pPr>
            <a:r>
              <a:t>多维度加权计算，时间衰减因子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基础评分 = 点赞×3 + 浏览×0.5 + 评论×2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时间衰减因子 = 24 / (年龄小时 + 1)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最终得分 = 基础评分 × 衰减因子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每日/每周/每月热度排行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新内容获得更高曝光机会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鼓励优质内容创作</a:t>
            </a:r>
          </a:p>
        </p:txBody>
      </p:sp>
    </p:spTree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实时数据更新 - 用户体验优化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57575"/>
                </a:solidFill>
                <a:latin typeface="微软雅黑"/>
              </a:defRPr>
            </a:pPr>
            <a:r>
              <a:t>前后端联动，无刷新操作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Fetch API 实现异步请求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JavaScript 动态更新 DOM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点赞状态即时反馈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数字实时变化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减少页面刷新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提升交互流畅度</a:t>
            </a:r>
          </a:p>
        </p:txBody>
      </p:sp>
    </p:spTree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88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0"/>
            <a:ext cx="12191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E0E0E0"/>
                </a:solidFill>
                <a:latin typeface="微软雅黑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● 系统功能演示</a:t>
            </a:r>
          </a:p>
        </p:txBody>
      </p:sp>
    </p:spTree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功能展示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57575"/>
                </a:solidFill>
                <a:latin typeface="微软雅黑"/>
              </a:defRPr>
            </a:pPr>
            <a:r>
              <a:t>完整的功能实现，流畅的用户体验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首页：动态列表、发布框、导航栏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新闻页面：列表、搜索、日历视图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用户资料：个人信息、发布历史、关注列表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视频播放：在线播放、点赞评论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私信聊天：实时消息、附件发送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热度排行：每日/每周/每月排行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  <a:latin typeface="微软雅黑"/>
              </a:defRPr>
            </a:pPr>
            <a:r>
              <a:t>  ✓ 响应式设计：适配各种设备</a:t>
            </a:r>
          </a:p>
        </p:txBody>
      </p:sp>
    </p:spTree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88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0"/>
            <a:ext cx="12191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E0E0E0"/>
                </a:solidFill>
                <a:latin typeface="微软雅黑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● 测试与优化</a:t>
            </a:r>
          </a:p>
        </p:txBody>
      </p:sp>
    </p:spTree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功能测试与性能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00" cy="5486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测试结果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用户认证：✅ 通过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动态发布：✅ 通过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新闻抓取：✅ 通过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点赞评论：✅ 通过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操作日志：✅ 通过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搜索功能：✅ 通过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8095" y="1371600"/>
            <a:ext cx="5486400" cy="54864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48095" y="1371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性能优化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0975" y="21031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首页加载 &lt; 2 秒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新闻搜索 &lt; 3 秒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点赞响应 &lt; 0.5 秒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数据库索引优化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SQL 查询优化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静态资源缓存</a:t>
            </a:r>
          </a:p>
        </p:txBody>
      </p:sp>
    </p:spTree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项目总结与展望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00" cy="5486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项目成果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完整的社交平台功能实现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真实新闻抓取与展示系统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完善的操作日志与审计功能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响应式界面设计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数据安全与用户隐私保护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8095" y="1371600"/>
            <a:ext cx="5486400" cy="54864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48095" y="1371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未来展望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0975" y="210312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引入 Redis 缓存优化性能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开发移动端 App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集成 AI 智能推荐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支持直播与群组功能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  <a:latin typeface="微软雅黑"/>
              </a:defRPr>
            </a:pPr>
            <a:r>
              <a:t>  ✓ 大数据分析与可视化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0" y="603504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感谢各位老师聆听与指导！</a:t>
            </a:r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901</Words>
  <Application>Microsoft Office PowerPoint</Application>
  <PresentationFormat>宽屏</PresentationFormat>
  <Paragraphs>226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栋行 赵</cp:lastModifiedBy>
  <cp:revision>3</cp:revision>
  <dcterms:created xsi:type="dcterms:W3CDTF">2013-01-27T09:14:16Z</dcterms:created>
  <dcterms:modified xsi:type="dcterms:W3CDTF">2026-04-13T10:03:55Z</dcterms:modified>
  <cp:category/>
</cp:coreProperties>
</file>